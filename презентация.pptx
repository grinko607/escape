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6" r:id="rId4"/>
    <p:sldId id="267" r:id="rId5"/>
    <p:sldId id="268" r:id="rId6"/>
  </p:sldIdLst>
  <p:sldSz cx="14630400" cy="8229600"/>
  <p:notesSz cx="8229600" cy="14630400"/>
  <p:embeddedFontLst>
    <p:embeddedFont>
      <p:font typeface="Barlow" panose="020B0604020202020204" charset="0"/>
      <p:regular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49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740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7816" y="1554182"/>
            <a:ext cx="741592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Побег от Алана: Захватывающий хоррор-квест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4341019"/>
            <a:ext cx="7415927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Побег от Алана — это захватывающий хоррор-игра, в которой игрокам нужно выбраться из запутанного лабиринта, полного опасностей и загадок. Вашей целью является выживание и быстрое достижение выхода, пока за вами гонится таинственный Алан.</a:t>
            </a:r>
            <a:endParaRPr lang="en-US" sz="19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-992194" y="7403332"/>
            <a:ext cx="463822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b="0" cap="none" spc="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Гринько Арина </a:t>
            </a:r>
          </a:p>
          <a:p>
            <a:pPr algn="ctr"/>
            <a:r>
              <a:rPr lang="ru-RU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Васильева Полина</a:t>
            </a:r>
            <a:endParaRPr lang="ru-RU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697147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4037" y="2464832"/>
            <a:ext cx="876573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Описание игровой концепции</a:t>
            </a:r>
            <a:endParaRPr lang="en-US" sz="4300" dirty="0"/>
          </a:p>
        </p:txBody>
      </p:sp>
      <p:sp>
        <p:nvSpPr>
          <p:cNvPr id="9" name="Text 1"/>
          <p:cNvSpPr/>
          <p:nvPr/>
        </p:nvSpPr>
        <p:spPr>
          <a:xfrm>
            <a:off x="864037" y="376773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Основная идея</a:t>
            </a:r>
            <a:endParaRPr lang="en-US" sz="2150" dirty="0"/>
          </a:p>
        </p:txBody>
      </p:sp>
      <p:sp>
        <p:nvSpPr>
          <p:cNvPr id="10" name="Text 2"/>
          <p:cNvSpPr/>
          <p:nvPr/>
        </p:nvSpPr>
        <p:spPr>
          <a:xfrm>
            <a:off x="864037" y="4357449"/>
            <a:ext cx="615005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Игроки должны пробираться через опасные локации, решать головоломки и избегать Алана, чтобы найти выход.</a:t>
            </a:r>
            <a:endParaRPr lang="en-US" sz="1900" dirty="0"/>
          </a:p>
        </p:txBody>
      </p:sp>
      <p:sp>
        <p:nvSpPr>
          <p:cNvPr id="11" name="Text 3"/>
          <p:cNvSpPr/>
          <p:nvPr/>
        </p:nvSpPr>
        <p:spPr>
          <a:xfrm>
            <a:off x="7623929" y="376773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Цели</a:t>
            </a:r>
            <a:endParaRPr lang="en-US" sz="2150" dirty="0"/>
          </a:p>
        </p:txBody>
      </p:sp>
      <p:sp>
        <p:nvSpPr>
          <p:cNvPr id="12" name="Text 4"/>
          <p:cNvSpPr/>
          <p:nvPr/>
        </p:nvSpPr>
        <p:spPr>
          <a:xfrm>
            <a:off x="7623929" y="4357449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Выжить и быстро достичь выхода, пока за вами не догнал Алан.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oir 5k hd-wallpapers, digital art wallpapers, artwork wallpapers, artist wallp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6770" y="-138896"/>
            <a:ext cx="14827171" cy="8414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0"/>
          <p:cNvSpPr/>
          <p:nvPr/>
        </p:nvSpPr>
        <p:spPr>
          <a:xfrm>
            <a:off x="793790" y="463884"/>
            <a:ext cx="6823591" cy="809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ru-RU" sz="4450" dirty="0" smtClean="0">
                <a:solidFill>
                  <a:schemeClr val="bg1"/>
                </a:solidFill>
              </a:rPr>
              <a:t>Локации</a:t>
            </a:r>
            <a:endParaRPr lang="en-US" sz="4450" dirty="0">
              <a:solidFill>
                <a:schemeClr val="bg1"/>
              </a:solidFill>
            </a:endParaRPr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89" y="2727427"/>
            <a:ext cx="4460915" cy="29904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6285052"/>
            <a:ext cx="2835235" cy="8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3200" dirty="0" smtClean="0">
                <a:solidFill>
                  <a:schemeClr val="bg1"/>
                </a:solidFill>
              </a:rPr>
              <a:t>Дом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974" y="2777489"/>
            <a:ext cx="4406023" cy="294040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254704" y="6285053"/>
            <a:ext cx="3968601" cy="83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3200" dirty="0" smtClean="0">
                <a:solidFill>
                  <a:schemeClr val="bg1"/>
                </a:solidFill>
              </a:rPr>
              <a:t>Зимний лес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8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654" y="2777608"/>
            <a:ext cx="3622876" cy="294028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942654" y="6285051"/>
            <a:ext cx="3738622" cy="43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3200" dirty="0" smtClean="0">
                <a:solidFill>
                  <a:schemeClr val="bg1"/>
                </a:solidFill>
              </a:rPr>
              <a:t>Город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650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avatars.mds.yandex.net/i?id=9a39cabf99da9c8088d1e73ea422d76f67d053e6-4033961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9065"/>
            <a:ext cx="14630399" cy="8268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0"/>
          <p:cNvSpPr/>
          <p:nvPr/>
        </p:nvSpPr>
        <p:spPr>
          <a:xfrm>
            <a:off x="3325321" y="572362"/>
            <a:ext cx="7678817" cy="1744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Игровые механики: Исследование, головоломки, преследование</a:t>
            </a:r>
            <a:endParaRPr lang="en-US" sz="36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321" y="2630477"/>
            <a:ext cx="1046559" cy="1674495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4685848" y="2839788"/>
            <a:ext cx="232576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Исследование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4685848" y="3255912"/>
            <a:ext cx="6318290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Игроки исследуют локации в поисках ключей, подсказок и выхода.</a:t>
            </a:r>
            <a:endParaRPr lang="en-US" sz="16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5321" y="4304972"/>
            <a:ext cx="1046559" cy="1674495"/>
          </a:xfrm>
          <a:prstGeom prst="rect">
            <a:avLst/>
          </a:prstGeom>
        </p:spPr>
      </p:pic>
      <p:sp>
        <p:nvSpPr>
          <p:cNvPr id="18" name="Text 3"/>
          <p:cNvSpPr/>
          <p:nvPr/>
        </p:nvSpPr>
        <p:spPr>
          <a:xfrm>
            <a:off x="4685848" y="4514283"/>
            <a:ext cx="232576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Головоломки</a:t>
            </a:r>
            <a:endParaRPr lang="en-US" sz="1800" dirty="0"/>
          </a:p>
        </p:txBody>
      </p:sp>
      <p:sp>
        <p:nvSpPr>
          <p:cNvPr id="19" name="Text 4"/>
          <p:cNvSpPr/>
          <p:nvPr/>
        </p:nvSpPr>
        <p:spPr>
          <a:xfrm>
            <a:off x="4685848" y="4930407"/>
            <a:ext cx="6318290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Решают различные головоломки, чтобы пройти дальше.</a:t>
            </a:r>
            <a:endParaRPr lang="en-US" sz="16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5321" y="5979466"/>
            <a:ext cx="1046559" cy="1674495"/>
          </a:xfrm>
          <a:prstGeom prst="rect">
            <a:avLst/>
          </a:prstGeom>
        </p:spPr>
      </p:pic>
      <p:sp>
        <p:nvSpPr>
          <p:cNvPr id="21" name="Text 5"/>
          <p:cNvSpPr/>
          <p:nvPr/>
        </p:nvSpPr>
        <p:spPr>
          <a:xfrm>
            <a:off x="4685848" y="6188778"/>
            <a:ext cx="232576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Преследование</a:t>
            </a:r>
            <a:endParaRPr lang="en-US" sz="1800" dirty="0"/>
          </a:p>
        </p:txBody>
      </p:sp>
      <p:sp>
        <p:nvSpPr>
          <p:cNvPr id="22" name="Text 6"/>
          <p:cNvSpPr/>
          <p:nvPr/>
        </p:nvSpPr>
        <p:spPr>
          <a:xfrm>
            <a:off x="4685848" y="6604902"/>
            <a:ext cx="6318290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Избегают Алана, который преследует их.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4967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avatars.mds.yandex.net/i?id=05c232977c3fc91689fc462e13caea48f0626dca-4843806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630394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55405" y="839184"/>
            <a:ext cx="5914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</a:rPr>
              <a:t>Игра сделана с помощью</a:t>
            </a:r>
            <a:r>
              <a:rPr lang="en-US" dirty="0" smtClean="0"/>
              <a:t>: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922" y="5209949"/>
            <a:ext cx="2342536" cy="234253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1869" y="2235869"/>
            <a:ext cx="4125862" cy="2166078"/>
          </a:xfrm>
          <a:prstGeom prst="rect">
            <a:avLst/>
          </a:prstGeom>
        </p:spPr>
      </p:pic>
      <p:pic>
        <p:nvPicPr>
          <p:cNvPr id="4100" name="Picture 4" descr="https://avatars.mds.yandex.net/i?id=f8dfea28452157d30989b1006529a6eeeaa11dcd-10767708-images-thumbs&amp;n=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69" y="1658943"/>
            <a:ext cx="457200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3833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5065</TotalTime>
  <Words>133</Words>
  <Application>Microsoft Office PowerPoint</Application>
  <PresentationFormat>Произвольный</PresentationFormat>
  <Paragraphs>23</Paragraphs>
  <Slides>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Spline Sans Bold</vt:lpstr>
      <vt:lpstr>Barlow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Arina</cp:lastModifiedBy>
  <cp:revision>7</cp:revision>
  <dcterms:created xsi:type="dcterms:W3CDTF">2025-02-03T14:23:32Z</dcterms:created>
  <dcterms:modified xsi:type="dcterms:W3CDTF">2025-02-07T11:08:38Z</dcterms:modified>
</cp:coreProperties>
</file>